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Word Game — Microservices με Docker Compose και Appsmith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Απαλλακτική εργασία 2025–2026</a:t>
            </a:r>
          </a:p>
          <a:p>
            <a:r>
              <a:t>Student(s): ____________________</a:t>
            </a:r>
          </a:p>
          <a:p>
            <a:r>
              <a:t>Date: 2025-12-27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requirements (per apalaktiki_ntinos.pdf)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Docker Compose orchestration (required containers start together)</a:t>
            </a:r>
          </a:p>
          <a:p>
            <a:pPr/>
            <a:r>
              <a:t>Low‑code UI: Appsmith</a:t>
            </a:r>
          </a:p>
          <a:p>
            <a:pPr/>
            <a:r>
              <a:t>Local DB (&gt;=2 tables) + DB admin tool (Adminer)</a:t>
            </a:r>
          </a:p>
          <a:p>
            <a:pPr/>
            <a:r>
              <a:t>Two mock REST APIs: (1) svenwal/jsonplaceholder, (2) custom Dockerfile image</a:t>
            </a:r>
          </a:p>
          <a:p>
            <a:pPr/>
            <a:r>
              <a:t>External serverless DB or API integration + logging/persistence</a:t>
            </a:r>
          </a:p>
          <a:p>
            <a:pPr/>
            <a:r>
              <a:t>Report (PDF) + Presentation (PPT) with run instructions and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appsmith (UI) — http://localhost</a:t>
            </a:r>
          </a:p>
          <a:p>
            <a:pPr/>
            <a:r>
              <a:t>postgres (DB) — tables: game_sessions, guesses, leaderboard, api_logs, favorites</a:t>
            </a:r>
          </a:p>
          <a:p>
            <a:pPr/>
            <a:r>
              <a:t>adminer (DB admin) — http://localhost:8080</a:t>
            </a:r>
          </a:p>
          <a:p>
            <a:pPr/>
            <a:r>
              <a:t>mock-api-1 (wordpacks) — http://localhost:3000/wordpacks</a:t>
            </a:r>
          </a:p>
          <a:p>
            <a:pPr/>
            <a:r>
              <a:t>mock-api-2 (hints catalog) — http://localhost:3001/hints</a:t>
            </a:r>
          </a:p>
          <a:p>
            <a:pPr/>
            <a:r>
              <a:t>backend (FastAPI game service) — internal: http://backend:8000 (not exposed to host)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Integrations used in gameplay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Mock API 1 provides wordpacks (user selects pack → affects target word selection).</a:t>
            </a:r>
          </a:p>
          <a:p>
            <a:pPr/>
            <a:r>
              <a:t>Mock API 2 provides hint types (user selects hint type → affects Get hint behavior).</a:t>
            </a:r>
          </a:p>
          <a:p>
            <a:pPr/>
            <a:r>
              <a:t>External serverless API provides random words when no pack is selected.</a:t>
            </a:r>
          </a:p>
          <a:p>
            <a:pPr/>
            <a:r>
              <a:t>External API calls are stored in Postgres (api_logs) to prove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 (Appsmith)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Gameplay tab: Start new game → Submit guess → Get hint → Reveal word (end game).</a:t>
            </a:r>
          </a:p>
          <a:p>
            <a:pPr/>
            <a:r>
              <a:t>Integrations &amp; Logs tab: choose wordpack + hint type, then inspect DB log tables.</a:t>
            </a:r>
          </a:p>
          <a:p>
            <a:pPr/>
            <a:r>
              <a:t>Leaderboard refreshes after a game ends (win or reveal).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 services (from compose.yaml)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Image /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Ports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adminer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adminer:latest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8080:8080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appsmith/appsmith-ce:latest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80:80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build: ./backend (Dockerfile)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(not published)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mock-api-1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svenwal/jsonplaceholder:latest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3000:3000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mock-api-2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build: ./rest-apis/mock-api-2 (Dockerfile)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3001:3001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postgres:15-alpine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5432:5432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instructions (quick)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docker compose -f compose.yaml up -d --build</a:t>
            </a:r>
          </a:p>
          <a:p>
            <a:pPr/>
            <a:r>
              <a:t>Open Appsmith: http://localhost</a:t>
            </a:r>
          </a:p>
          <a:p>
            <a:pPr/>
            <a:r>
              <a:t>Import: appsmith/word-game-app.json</a:t>
            </a:r>
          </a:p>
          <a:p>
            <a:pPr/>
            <a:r>
              <a:t>Reconnect datasources: WordGameDB (postgres), MockAPI1, MockAPI2, GameAPI (backend), ServerlessAPI</a:t>
            </a:r>
          </a:p>
          <a:p>
            <a:pPr/>
            <a:r>
              <a:t>Open Adminer: http://localhost:8080 and verify tables (game_sessions, guesses, api_logs).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— docker compose 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solidFill>
            <a:srgbClr val="F5F5F5"/>
          </a:solidFill>
          <a:ln w="254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INSERT SCREENSHOT</a:t>
            </a:r>
          </a:p>
          <a:p>
            <a:pPr algn="ctr">
              <a:defRPr sz="1400"/>
            </a:pPr>
            <a:r>
              <a:t>Show: docker compose -f compose.yaml ps (all services Up)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— Appsmith Gameplay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solidFill>
            <a:srgbClr val="F5F5F5"/>
          </a:solidFill>
          <a:ln w="254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INSERT SCREENSHOT</a:t>
            </a:r>
          </a:p>
          <a:p>
            <a:pPr algn="ctr">
              <a:defRPr sz="1400"/>
            </a:pPr>
            <a:r>
              <a:t>Show: Start new game + guesses + hints + leaderboard (working UI)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— Adminer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solidFill>
            <a:srgbClr val="F5F5F5"/>
          </a:solidFill>
          <a:ln w="254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INSERT SCREENSHOT</a:t>
            </a:r>
          </a:p>
          <a:p>
            <a:pPr algn="ctr">
              <a:defRPr sz="1400"/>
            </a:pPr>
            <a:r>
              <a:t>Show: game_sessions + guesses + api_logs populated after using the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