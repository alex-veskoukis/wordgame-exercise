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Word Game — Microservices with Docker &amp; Low‑Code UI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Assignment deliverables • 2025-12-26</a:t>
            </a:r>
          </a:p>
          <a:p>
            <a:r>
              <a:t>Student(s): ______________________________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Requirements (summary)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Docker Compose with 5 containers started together</a:t>
            </a:r>
          </a:p>
          <a:p>
            <a:pPr/>
            <a:r>
              <a:t>Appsmith (or Tooljet/Budibase) as UI</a:t>
            </a:r>
          </a:p>
          <a:p>
            <a:pPr/>
            <a:r>
              <a:t>Local DB (≥2 tables) + DB admin tool (Adminer/phpMyAdmin)</a:t>
            </a:r>
          </a:p>
          <a:p>
            <a:pPr/>
            <a:r>
              <a:t>Two Mock REST APIs: (1) svenwal/jsonplaceholder, (2) custom Dockerfile image</a:t>
            </a:r>
          </a:p>
          <a:p>
            <a:pPr/>
            <a:r>
              <a:t>Integration with an external serverless DB or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(5 containers)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Appsmith UI (http://localhost)</a:t>
            </a:r>
          </a:p>
          <a:p>
            <a:pPr/>
            <a:r>
              <a:t>PostgreSQL DB (favorites, api_logs)</a:t>
            </a:r>
          </a:p>
          <a:p>
            <a:pPr/>
            <a:r>
              <a:t>Adminer (http://localhost:8080)</a:t>
            </a:r>
          </a:p>
          <a:p>
            <a:pPr/>
            <a:r>
              <a:t>Mock API 1: jsonplaceholder seeded via volume (http://localhost:3000)</a:t>
            </a:r>
          </a:p>
          <a:p>
            <a:pPr/>
            <a:r>
              <a:t>Mock API 2: custom json-server image (http://localhost:3001)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External Serverless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dictionaryapi.dev (public dictionary API)</a:t>
            </a:r>
          </a:p>
          <a:p>
            <a:pPr/>
            <a:r>
              <a:t>UI performs lookup and stores logs in api_logs table</a:t>
            </a:r>
          </a:p>
          <a:p>
            <a:pPr/>
            <a:r>
              <a:t>No API key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UI Flow (Appsmith)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Load/Refresh: fetch wordpacks and powerups from mock APIs</a:t>
            </a:r>
          </a:p>
          <a:p>
            <a:pPr/>
            <a:r>
              <a:t>Select row → Save to Favorites (stored in PostgreSQL)</a:t>
            </a:r>
          </a:p>
          <a:p>
            <a:pPr/>
            <a:r>
              <a:t>Lookup word definition via dictionary API → Save request/response to api_logs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 Tables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favorites: stores selected items (wordpacks/powerups) as JSONB</a:t>
            </a:r>
          </a:p>
          <a:p>
            <a:pPr/>
            <a:r>
              <a:t>api_logs: stores external API calls and responses (JSONB)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docker compose -f compose.yaml up -d --build</a:t>
            </a:r>
          </a:p>
          <a:p>
            <a:pPr/>
            <a:r>
              <a:t>Open Appsmith: http://localhost and import appsmith/word-game-app.json</a:t>
            </a:r>
          </a:p>
          <a:p>
            <a:pPr/>
            <a:r>
              <a:t>Open Adminer: http://localhost:8080 (server: postgres, db: wordgame)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Screenshot — docker compose 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7315200" cy="43891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INSERT SCREENSHOT: docker compose -f compose.yaml ps</a:t>
            </a:r>
          </a:p>
          <a:p>
            <a:r>
              <a:t>(showing 5 running containers)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Screenshot — Appsmith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7315200" cy="43891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INSERT SCREENSHOT: Appsmith UI with loaded tables + favorites updates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Screenshot — Adminer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7315200" cy="43891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INSERT SCREENSHOT: Adminer showing favorites + api_logs rows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